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3C6A2-F34E-1068-129D-B7AC39D9D0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3E6DA4-A200-3756-5601-3BDCB237B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3A4AD-7401-2B0D-BC8C-309379E48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507AD-1428-112F-7DC4-FE5B2AE8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C17D6-9FAD-9EB2-8D3C-845D1B7F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948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6B0D-2977-21B8-B44B-340E7B353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D8D37-9F52-8E99-7C15-B0EE1FAEE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C90869-8517-F7E7-EA14-50012DBED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A3C27-C86F-F3DB-5A59-B9E3C5661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608C9-8F6B-D7A2-193A-BBFDA3484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6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20992-23DD-D8C1-8370-8040CDD6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D77A6F-0DF7-F18E-1B6C-477A60E9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B34650-C0C5-6261-96B1-6E984325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1633-6D26-9F6A-03B8-54A9E614B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29737-7BA9-A6A5-13CC-A65BFFD70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6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25A51-EDE1-52A2-2793-690F3291D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09AF2-8B30-9552-933D-EA2AA51B68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AA81F-6B36-2538-D4EA-1FBBF4127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5F3298-3892-8A70-DDC8-DCCB82C4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62EFE2-EEDA-F478-7EE3-B48F0EB3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826B2-5FCD-15D3-1DFF-71A2FF5F5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18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7C704-54FB-5980-3203-6519664D51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F4A136-79F5-F18C-F34E-D1A581523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354EEE-7D8E-4575-F50D-C5C54C86C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8345E-4053-EDBD-86C8-35DC555331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18D71-91FC-2097-C0FB-0B901CD458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78515F-3D18-EDCC-CDF1-4E541B5E7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4FC384-E38C-67B9-4A5B-38E3BB84C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CF4268-AC30-B177-38DE-10224C042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13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4219-C9D3-41F5-5D62-D052521E0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B9AAEE-8F39-D5E6-C98D-21174EE0A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CDC35-F637-96EE-5425-29075EB4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1E005-C6D2-BAE9-610F-128666E4B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00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3D6012-E2FA-EB00-9099-74EBF474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15704D-12A1-9544-876D-1CFC8430E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A08C2-4CFE-CFC2-39A2-B8237702A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8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AEA6-5DEC-1D40-29DF-5AF8DC3E4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37637-1098-3B67-91B4-EC7351AA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FD2672-D951-FB25-0458-F310F2FCB4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27AD02-971A-9808-842D-C7DD66284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86B9C7-705D-92D9-FE31-2A04316B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C20B4-D6FA-D793-1D8C-DB88D81F9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202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6BC2C-59A5-05EB-B1C2-F1DE2A4C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F62C11-2583-D9DD-DED3-B8F0455210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689CE3-1527-ED22-E9A6-50884C2AFA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93C8F-F3A4-21AD-BEFE-0DED8C92B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02B8C-7308-3B8B-7CF3-38F1DBD9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86C2C-E8B3-D4E2-EA59-7DC1BEA67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82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47CBE-F36A-5AC5-4EBC-9AA9156EF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05CCD6-CC95-2407-6BA5-3F0223EE6F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C1872-D01F-CB87-E0D7-6A3D109D0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BC4F-F236-4419-561F-14CA85061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BE91C-791E-49E1-E745-34DF8CC9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2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A58DE4-8A85-53F2-A6CE-C80F6F3C53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65449F-0E12-8CBA-28A9-99EA9B12FE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47334-7180-142B-AA31-DE8B1C24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261931-6DF5-F49B-4273-49F56FA0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C40BF-A805-B9A5-99A6-1D7FE164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41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53C0A7-4AD6-C4D2-6828-37CF1427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A82B2-0659-084D-B170-1947D012F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EF4D7-B8E1-A6D9-E106-5C331B6439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CBCF3F-13F9-4095-9894-86F71F750F9D}" type="datetimeFigureOut">
              <a:rPr lang="en-US" smtClean="0"/>
              <a:t>3/28/2025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1AB0F-97A3-BF23-DB3B-8815588B6C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EE0CB-FC33-8EAD-DECF-ADE6B5109B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6F0F5-A7A8-49F2-90A4-8161CF7D28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550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1F786-325A-CEEF-DEA6-B0A7B7A5AA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Power BI Report Size Optimization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015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910B-D608-DE46-0361-ACFB59A05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Discovering the storage size of each column’s segments in Dax Studio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FC268-D7C6-3399-FF9A-B50B51048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b="1" dirty="0"/>
              <a:t>SELECT * FROM $SYSTEM.DISCOVER_STORAGE_TABLE_COLUMN_SEGMENTS</a:t>
            </a:r>
            <a:br>
              <a:rPr lang="en-GB" sz="1800" b="1" dirty="0"/>
            </a:br>
            <a:r>
              <a:rPr lang="en-GB" sz="1800" b="1" dirty="0"/>
              <a:t>ORDER BY USED_SIZE DESC</a:t>
            </a:r>
          </a:p>
          <a:p>
            <a:pPr marL="0" indent="0">
              <a:buNone/>
            </a:pPr>
            <a:r>
              <a:rPr lang="en-GB" sz="1800" dirty="0"/>
              <a:t>         </a:t>
            </a:r>
          </a:p>
          <a:p>
            <a:pPr marL="0" indent="0">
              <a:buNone/>
            </a:pPr>
            <a:r>
              <a:rPr lang="en-GB" sz="1800" dirty="0"/>
              <a:t>Using above script, we can discover the storage size of each column’s segments. Each segment store about 1 million rows, exactly 1,048,576 rows.</a:t>
            </a:r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D22CA1-A342-73C3-D4E4-4051570E420D}"/>
              </a:ext>
            </a:extLst>
          </p:cNvPr>
          <p:cNvSpPr txBox="1"/>
          <p:nvPr/>
        </p:nvSpPr>
        <p:spPr>
          <a:xfrm>
            <a:off x="838200" y="3896591"/>
            <a:ext cx="10515600" cy="1828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Power BI (</a:t>
            </a:r>
            <a:r>
              <a:rPr lang="en-GB" dirty="0" err="1"/>
              <a:t>VertiPaq</a:t>
            </a:r>
            <a:r>
              <a:rPr lang="en-GB" dirty="0"/>
              <a:t> storage engine), DICTIONARY_SIZE represents the amount of memory used to store unique values (distinct entries) in a column. To discover the DICTIONARY_SIZE, we can use the below script:</a:t>
            </a:r>
          </a:p>
          <a:p>
            <a:endParaRPr lang="en-GB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GB" b="1" dirty="0"/>
              <a:t>SELECT * FROM $SYSTEM.DISCOVER_STORAGE_TABLE_COLUMNS</a:t>
            </a:r>
            <a:br>
              <a:rPr lang="en-GB" b="1" dirty="0"/>
            </a:br>
            <a:r>
              <a:rPr lang="en-GB" b="1" dirty="0"/>
              <a:t>ORDER BY DICTIONARY_SIZE DESC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80537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129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 BI Report Size Optimization</vt:lpstr>
      <vt:lpstr>Discovering the storage size of each column’s segments in Dax Studio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 Tun (ext.)</dc:creator>
  <cp:lastModifiedBy>May Tun (ext.)</cp:lastModifiedBy>
  <cp:revision>3</cp:revision>
  <dcterms:created xsi:type="dcterms:W3CDTF">2025-03-26T07:19:04Z</dcterms:created>
  <dcterms:modified xsi:type="dcterms:W3CDTF">2025-03-28T08:12:15Z</dcterms:modified>
</cp:coreProperties>
</file>